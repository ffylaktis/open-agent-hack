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716521" y="2888181"/>
            <a:ext cx="1861432" cy="50914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8793600" y="4341084"/>
            <a:ext cx="169060" cy="19588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573748" y="5298424"/>
            <a:ext cx="2666551" cy="0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813353" y="4424152"/>
            <a:ext cx="169060" cy="19588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12475" y="4711500"/>
            <a:ext cx="169060" cy="195882"/>
          </a:xfrm>
          <a:prstGeom prst="line">
            <a:avLst/>
          </a:prstGeom>
          <a:ln w="28575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941321" y="3773720"/>
            <a:ext cx="1699200" cy="207850"/>
          </a:xfrm>
          <a:prstGeom prst="line">
            <a:avLst/>
          </a:prstGeom>
          <a:ln w="15875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6826415" y="4619627"/>
            <a:ext cx="498116" cy="258107"/>
          </a:xfrm>
          <a:prstGeom prst="line">
            <a:avLst/>
          </a:prstGeom>
          <a:ln w="15875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79788" y="4619627"/>
            <a:ext cx="498116" cy="258107"/>
          </a:xfrm>
          <a:prstGeom prst="line">
            <a:avLst/>
          </a:prstGeom>
          <a:ln w="15875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63798" y="3773720"/>
            <a:ext cx="1699200" cy="207850"/>
          </a:xfrm>
          <a:prstGeom prst="line">
            <a:avLst/>
          </a:prstGeom>
          <a:ln w="15875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960620" y="2249424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6615" y="3260359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44871" y="4896088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6368" y="4896088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4624" y="3260359"/>
            <a:ext cx="1783080" cy="804672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0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3712463"/>
            <a:ext cx="1920240" cy="804672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B88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B8842A"/>
                </a:solidFill>
                <a:latin typeface="Segoe UI"/>
              </a:rPr>
              <a:t>H-MEM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shared evidence · provenance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920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B8842A"/>
                </a:solidFill>
                <a:latin typeface="Segoe UI"/>
              </a:rPr>
              <a:t>✗ revise &amp; re-cite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Segoe UI"/>
              </a:rPr>
              <a:t>A cycle, not a line — roles share evidence through H-MEM (gatherers write · Reporter/Evaluator read); unsupported claims loop back to revise (≤ MAX_ROUNDS).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