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286000"/>
            <a:ext cx="1875068" cy="105156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14080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354964" y="3977639"/>
            <a:ext cx="2259116" cy="0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54964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0873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B8842A"/>
                </a:solidFill>
                <a:latin typeface="Segoe UI"/>
              </a:rPr>
              <a:t>✗ unsupported → the Reporter revises &amp; re-cites, then re-evaluates (loops ≤ MAX_ROUNDS)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53127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28A98"/>
                </a:solidFill>
                <a:latin typeface="Segoe UI"/>
              </a:rPr>
              <a:t>✓ the cited answer ships only when every claim passes the Evaluator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B6B7A"/>
                </a:solidFill>
                <a:latin typeface="Segoe UI"/>
              </a:rPr>
              <a:t>A cycle, not a line — specialized roles · separate Nemotron calls · shared H-MEM evidence memory · full trace + signed Meterless receipts.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Segoe UI"/>
              </a:rPr>
              <a:t>THE INTEGRITY MOMENT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It rejects what it can't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“rTMS is FDA-cleared to treat anorexia nervosa” — the devices are cleared, but no record references anorexia.</a:t>
            </a:r>
          </a:p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over-broad universal negatives — scoped down to exactly what was searched.</a:t>
            </a:r>
          </a:p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Every rejection carries the Evaluator's reason.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The anti-hallucination story, made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0116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B7A"/>
                </a:solidFill>
                <a:latin typeface="Segoe UI"/>
              </a:rPr>
              <a:t>The Evaluator's actual output (live UI):</a:t>
            </a:r>
          </a:p>
        </p:txBody>
      </p:sp>
      <p:pic>
        <p:nvPicPr>
          <p:cNvPr id="7" name="Picture 6" descr="ui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31720"/>
            <a:ext cx="5120640" cy="2309853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 ·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Richer indication signal.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Device classification + product codes; more conditions and sources.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Deeper adjudication.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Multi-judge panel; live on-demand source registration.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The direction medical AI has to go: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trustworthy, auditable, grounded — an answer you can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