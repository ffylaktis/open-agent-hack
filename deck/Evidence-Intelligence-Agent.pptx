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3436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99196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2553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8313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1669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17429" y="2286000"/>
            <a:ext cx="187506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5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0786" y="2720340"/>
            <a:ext cx="347472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6546" y="2286000"/>
            <a:ext cx="1875068" cy="105156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5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14080" y="3337560"/>
            <a:ext cx="0" cy="640079"/>
          </a:xfrm>
          <a:prstGeom prst="line">
            <a:avLst/>
          </a:prstGeom>
          <a:ln w="25400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354964" y="3977639"/>
            <a:ext cx="2259116" cy="0"/>
          </a:xfrm>
          <a:prstGeom prst="line">
            <a:avLst/>
          </a:prstGeom>
          <a:ln w="25400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54964" y="3337560"/>
            <a:ext cx="0" cy="640079"/>
          </a:xfrm>
          <a:prstGeom prst="line">
            <a:avLst/>
          </a:prstGeom>
          <a:ln w="25400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087368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B8842A"/>
                </a:solidFill>
                <a:latin typeface="Segoe UI"/>
              </a:rPr>
              <a:t>✗ unsupported → the Reporter revises &amp; re-cites, then re-evaluates (loops ≤ MAX_ROUNDS)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53127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28A98"/>
                </a:solidFill>
                <a:latin typeface="Segoe UI"/>
              </a:rPr>
              <a:t>✓ the cited answer ships only when every claim passes the Evaluator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B6B7A"/>
                </a:solidFill>
                <a:latin typeface="Segoe UI"/>
              </a:rPr>
              <a:t>A cycle, not a line — specialized roles · separate Nemotron calls · shared H-MEM evidence memory · full trace + signed Meterless receipts.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zet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83" y="2148840"/>
            <a:ext cx="1810511" cy="5029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8446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er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137" y="2148840"/>
            <a:ext cx="502919" cy="502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4204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83" y="2208427"/>
            <a:ext cx="2050542" cy="383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39961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6653" y="2148840"/>
            <a:ext cx="502919" cy="5029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310896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