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3436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99196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SQL → evidence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2553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8313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1669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17429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10786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6546" y="2514600"/>
            <a:ext cx="1875068" cy="1143000"/>
          </a:xfrm>
          <a:prstGeom prst="round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5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B8842A"/>
                </a:solidFill>
                <a:latin typeface="Segoe UI"/>
              </a:rPr>
              <a:t>↩  Feedback loop:  </a:t>
            </a:r>
            <a:r>
              <a:rPr sz="1500" b="0" i="0">
                <a:solidFill>
                  <a:srgbClr val="14202B"/>
                </a:solidFill>
                <a:latin typeface="Segoe UI"/>
              </a:rPr>
              <a:t>the Evaluator bounces any unsupported claim back to the Analyst (≤ MAX_ROUNDS); survivors must pass a self-consistency gate.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5B6B7A"/>
                </a:solidFill>
                <a:latin typeface="Segoe UI"/>
              </a:rPr>
              <a:t>Specialized roles · separate Nemotron calls · shared H-MEM evidence memory · full trace + signed Meterless receipts.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C0392B"/>
                </a:solidFill>
                <a:latin typeface="Segoe UI"/>
              </a:rPr>
              <a:t>THE INTEGRITY MOMENT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It rejects what it can't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Rejected: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“rTMS is FDA-cleared to treat anorexia nervosa” — the devices are cleared, but no record references anorexia.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Rejected: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over-broad universal negatives — scoped down to exactly what was searched.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Every rejection carries the Evaluator's reason.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The anti-hallucination story, made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development environment.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24 Meterless-routed calls · 41,480 tokens · signed receipts.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 ·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Where this goes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Richer indication signal.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Device classification + product codes; more conditions and sources.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Deeper adjudication.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Multi-judge panel; live on-demand source registration.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The direction medical AI has to go: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trustworthy, auditable, grounded — an answer you can check.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