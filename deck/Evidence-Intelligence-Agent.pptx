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384331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3436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99196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2553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8313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1669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17429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0786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6546" y="2286000"/>
            <a:ext cx="1875068" cy="1051560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5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14080" y="3337560"/>
            <a:ext cx="0" cy="640079"/>
          </a:xfrm>
          <a:prstGeom prst="line">
            <a:avLst/>
          </a:prstGeom>
          <a:ln w="25400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354964" y="3977639"/>
            <a:ext cx="2259116" cy="0"/>
          </a:xfrm>
          <a:prstGeom prst="line">
            <a:avLst/>
          </a:prstGeom>
          <a:ln w="25400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354964" y="3337560"/>
            <a:ext cx="0" cy="640079"/>
          </a:xfrm>
          <a:prstGeom prst="line">
            <a:avLst/>
          </a:prstGeom>
          <a:ln w="25400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087368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B8842A"/>
                </a:solidFill>
                <a:latin typeface="Segoe UI"/>
              </a:rPr>
              <a:t>✗ unsupported → the Reporter revises &amp; re-cites, then re-evaluates (loops ≤ MAX_ROUNDS)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53127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28A98"/>
                </a:solidFill>
                <a:latin typeface="Segoe UI"/>
              </a:rPr>
              <a:t>✓ the cited answer ships only when every claim passes the Evaluator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B6B7A"/>
                </a:solidFill>
                <a:latin typeface="Segoe UI"/>
              </a:rPr>
              <a:t>A cycle, not a line — specialized roles · separate Nemotron calls · shared H-MEM evidence memory · full trace + signed Meterless receipts.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25C4D"/>
                </a:solidFill>
                <a:latin typeface="Segoe UI"/>
              </a:rPr>
              <a:t>THE INTEGRITY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Segoe UI"/>
              </a:rPr>
              <a:t>It deletes what it can't prove.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10512"/>
            <a:ext cx="1005840" cy="50292"/>
          </a:xfrm>
          <a:prstGeom prst="rect">
            <a:avLst/>
          </a:prstGeom>
          <a:solidFill>
            <a:srgbClr val="E2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A9B7C0"/>
                </a:solidFill>
                <a:latin typeface="Segoe UI"/>
              </a:rPr>
              <a:t>The agent was handed a plausible, false claim: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 i="0" strike="sngStrike">
                <a:solidFill>
                  <a:srgbClr val="A9B7C0"/>
                </a:solidFill>
                <a:latin typeface="Segoe UI"/>
              </a:rPr>
              <a:t>rTMS is FDA-cleared to treat anorexia nervosa</a:t>
            </a:r>
          </a:p>
        </p:txBody>
      </p:sp>
      <p:sp>
        <p:nvSpPr>
          <p:cNvPr id="7" name="Rounded Rectangle 6"/>
          <p:cNvSpPr/>
          <p:nvPr/>
        </p:nvSpPr>
        <p:spPr>
          <a:xfrm rot="21060000">
            <a:off x="8915400" y="2788920"/>
            <a:ext cx="2514600" cy="960120"/>
          </a:xfrm>
          <a:prstGeom prst="roundRect">
            <a:avLst/>
          </a:prstGeom>
          <a:noFill/>
          <a:ln w="28575">
            <a:solidFill>
              <a:srgbClr val="E25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25C4D"/>
                </a:solidFill>
                <a:latin typeface="Segoe UI"/>
              </a:rPr>
              <a:t>✗  UNSUPPORTED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DDE6EB"/>
                </a:solidFill>
                <a:latin typeface="Segoe UI"/>
              </a:rPr>
              <a:t>The cited records show those devices are cleared — but not one references anorexia. Unsupported, so the agent refuses to say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28A98"/>
                </a:solidFill>
                <a:latin typeface="Segoe UI"/>
              </a:rPr>
              <a:t>Every rejection ships with its reason — that is the “why.”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832104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ounded Rectangle 5"/>
          <p:cNvSpPr/>
          <p:nvPr/>
        </p:nvSpPr>
        <p:spPr>
          <a:xfrm rot="21120000">
            <a:off x="9235440" y="2286000"/>
            <a:ext cx="2286000" cy="914400"/>
          </a:xfrm>
          <a:prstGeom prst="roundRect">
            <a:avLst/>
          </a:prstGeom>
          <a:noFill/>
          <a:ln w="28575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28A98"/>
                </a:solidFill>
                <a:latin typeface="Segoe UI"/>
              </a:rPr>
              <a:t>✓  VERIFIED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14884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An answer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A9B7C0"/>
                </a:solidFill>
                <a:latin typeface="Segoe UI"/>
              </a:rPr>
              <a:t>Next: richer indication signals · more conditions &amp; sources · a multi-judge panel — trustworthy, auditable AI for clinical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· Open Agent Hackathon 2026 · Track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